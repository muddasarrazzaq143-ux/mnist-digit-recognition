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24a9c256c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24a9c256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24a9c256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24a9c256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33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Handwritten Digit Recognition Using KNN and Naive Bayes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Muddasar Razzaq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Tech Consultants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comparison of KNN and Naive Bayes classifiers on the MNIST dataset.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 and Dataset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2766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 Build a model to recognize handwritten digits.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Dataset: MNIST (60,000 training, 10,000 testing images).</a:t>
            </a:r>
            <a:endParaRPr/>
          </a:p>
          <a:p>
            <a:pPr indent="-32766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image is 28x28 pixels converted to 784 features.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766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Steps: Data cleaning, normalization, and splitting.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KNN Implementation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97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Concept: Classifies samples using k nearest neighbors.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Distance: Euclidean.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Accuracy: ~80%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Runtime: ~60 sec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718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 High accuracy.</a:t>
            </a:r>
            <a:endParaRPr/>
          </a:p>
          <a:p>
            <a:pPr indent="-29718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 Computationally expensive.</a:t>
            </a:r>
            <a:endParaRPr/>
          </a:p>
        </p:txBody>
      </p:sp>
      <p:pic>
        <p:nvPicPr>
          <p:cNvPr id="74" name="Google Shape;74;p16" title="Screenshot 2025-11-11 07402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7600" y="3163975"/>
            <a:ext cx="9763926" cy="171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Naive Bayes Implementation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-28194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Concept: Probabilistic model assuming independent features.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Formula: P(y|X) ∝ P(y) ∏ P(xi|y)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Results: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Accuracy: ~60%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Runtime: ~2 sec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194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Pros: Very fast.</a:t>
            </a:r>
            <a:endParaRPr/>
          </a:p>
          <a:p>
            <a:pPr indent="-28194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ct val="1000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Cons: Lower accuracy.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 Table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| Accuracy | Runtime | Notes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------|-----------|----------|--------------------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KNN | 80% | ~60 sec | More accurate, slower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Naive Bayes | 60% | ~2 sec | Fast, less accurate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Confusion Matrices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KNN Confusion Matrix (strong diagonal)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Naive Bayes Confusion Matrix (more spread)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Diagonal = correct predictions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Off-diagonal = misclassifications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20" title="download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03375" y="0"/>
            <a:ext cx="9606627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1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541547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Insights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KNN: High accuracy, slower.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Naive Bayes: Fast, less accurate.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Both useful for learning classic ML.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Takeaway: KNN performs better overall on MNIST.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Both models implemented without scikit-learn.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Demonstrates power of normalization and clean data.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Future work: explore neural networks for better accuracy.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Acknowledgments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by: Muddasar Razzaq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Organization: Information Tech Consultants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 Python, NumPy, Pandas, Matplotlib, Google Colab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120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Dataset: MNIST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