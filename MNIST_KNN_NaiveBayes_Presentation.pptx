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Handwritten Digit Recognition using KNN and Naive Bayes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Muddasar Razzaq</a:t>
            </a:r>
          </a:p>
          <a:p>
            <a:r>
              <a:t>Employee of Information Tech Consultants</a:t>
            </a:r>
          </a:p>
          <a:p>
            <a:r>
              <a:t>Ulster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Objective:</a:t>
            </a:r>
          </a:p>
          <a:p>
            <a:r>
              <a:t>- To recognize handwritten digits (0–9) using the MNIST dataset.</a:t>
            </a:r>
          </a:p>
          <a:p>
            <a:r>
              <a:t>- Compare K-Nearest Neighbors (KNN) and Gaussian Naive Bayes (GNB) models.</a:t>
            </a:r>
          </a:p>
          <a:p/>
          <a:p>
            <a:r>
              <a:t>🗂 Dataset:</a:t>
            </a:r>
          </a:p>
          <a:p>
            <a:r>
              <a:t>- MNIST dataset: 60,000 training images and 10,000 testing images.</a:t>
            </a:r>
          </a:p>
          <a:p>
            <a:r>
              <a:t>- Each image is 28x28 pixels (784 features).</a:t>
            </a:r>
          </a:p>
          <a:p>
            <a:r>
              <a:t>- Labels represent digits from 0–9.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⚙️ Steps:</a:t>
            </a:r>
          </a:p>
          <a:p>
            <a:r>
              <a:t>1. Removed unnecessary columns (e.g., 'Unnamed: 0').</a:t>
            </a:r>
          </a:p>
          <a:p>
            <a:r>
              <a:t>2. Normalized pixel values from [0, 255] → [0, 1].</a:t>
            </a:r>
          </a:p>
          <a:p>
            <a:r>
              <a:t>3. Used provided train/test split.</a:t>
            </a:r>
          </a:p>
          <a:p>
            <a:r>
              <a:t>4. Applied PCA (Principal Component Analysis) for dimensionality reduction in KNN.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Comparison: KNN vs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Gaussian Naive Bayes (GNB):</a:t>
            </a:r>
          </a:p>
          <a:p>
            <a:r>
              <a:t>- Accuracy: ~60%</a:t>
            </a:r>
          </a:p>
          <a:p>
            <a:r>
              <a:t>- Fast and simple, assumes feature independence.</a:t>
            </a:r>
          </a:p>
          <a:p>
            <a:r>
              <a:t>- Suitable for quick baselines.</a:t>
            </a:r>
          </a:p>
          <a:p/>
          <a:p>
            <a:r>
              <a:t>🔍 K-Nearest Neighbors (KNN):</a:t>
            </a:r>
          </a:p>
          <a:p>
            <a:r>
              <a:t>- Accuracy: ~80%</a:t>
            </a:r>
          </a:p>
          <a:p>
            <a:r>
              <a:t>- Uses distance-based voting, non-parametric.</a:t>
            </a:r>
          </a:p>
          <a:p>
            <a:r>
              <a:t>- Slower on large datasets but more accurate.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Key Takeaways:</a:t>
            </a:r>
          </a:p>
          <a:p>
            <a:r>
              <a:t>- Both models classified handwritten digits successfully.</a:t>
            </a:r>
          </a:p>
          <a:p>
            <a:r>
              <a:t>- KNN achieved higher accuracy (~80%) compared to Naive Bayes (~60%).</a:t>
            </a:r>
          </a:p>
          <a:p>
            <a:r>
              <a:t>- Naive Bayes is faster and easier to implement.</a:t>
            </a:r>
          </a:p>
          <a:p>
            <a:r>
              <a:t>- Highlights trade-off between accuracy and computational cost.</a:t>
            </a:r>
          </a:p>
          <a:p/>
          <a:p>
            <a:r>
              <a:t>📘 Project demonstrates effective preprocessing and algorithm comparison in supervised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